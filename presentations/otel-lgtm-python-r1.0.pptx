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a hands-on talk about making a real Python service observable — not a survey of vendors. By the end you will have taken one small FastAPI service and grown traces, metrics, and logs out of it with a single OpenTelemetry SDK, and seen all three correlated in a self-hosted Grafana stack. Everything runs locally under Podman; nothing here needs a cloud account or a credit card. Two ways to run it: a 90-minute core talk, or a half-day workshop where every demo runs live. Set expectations now for which one this session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first part lays the groundwork: what the talk covers and how it is delivered, the tools and the running backend, the conceptual model of the three signals, and a close read of the demo application. No instrumentation yet — we earn that by first understanding the system we are about to make transparent.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whole arc here. The service is deliberately a realistic shape — a request that does not finish in one process. That async round trip is the reason the demo earns its keep: context has to survive a message broker, not just an in-process call, which is exactly where correlation usually breaks. LGTM is the mnemonic: Loki, Grafana, Tempo, Mimir. Stress that everything is self-hosted and vendor-neutral — mapping it to a managed service later is the audience's to do, not 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three parts left to right. Part one (today's foundation iteration) is conceptual and structural. Part two adds each signal in turn and ends on carrying trace context across the Kafka hop — the hard, interesting bit. Part three moves the sampling and routing decisions into the Collector and lands on the correlated view, where one click pivots metric → trace → log. Refer to parts by name, never by slide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the profile out loud and tell the room which one they are in. The core path is demo-driven and keeps moving; the workshop pauses to run everything live. The right column manages expectations: assume working knowledge of the four technologies. If the audience is shaky on Kafka, flag the request/reply pattern as the one thing to watch and move on. The duration numbers are targets to confirm in a timed rehearsal — they are marked unverified in the materials.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biggest readiness risk in this whole talk lives on this slide: whether the OpenTelemetry auto-instrumentation wheels are published for a brand-new CPython 3.14. Confirm that against upstream right before delivery. The dependency range is deliberately open to 3.12+ precisely so the demo still installs if 3.14 wheels are not ready yet. Podman-first is a real constraint, not a preference — the compose file, the rootless build, and the UBI base images all assume it. If someone only has Docker, the compose file will mostly work, but do not promise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is one image — grafana/otel-lgtm — that bundles Grafana, Tempo, Mimir, Loki, AND an OpenTelemetry Collector. Bundling keeps the demo to a single podman compose up, but the architecture it stands for is the real one: apps send to a Collector, the Collector routes each signal to its backend. We mount our own Collector config in so sampling and routing stay first-class. Hammer the host-vs-network distinction — it is the most common 'can't reach the Collector' bug. From your laptop it's localhost:4318; from inside a container it's lgtm:4318.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deliberate, stated choice so nobody wonders later why the endpoints look the way they do. HTTP wins on debuggability for a teaching context — you can curl the receiver to prove it is listening. In production with high telemetry volume you might prefer gRPC for throughput; say so, and point out it is genuinely a one-line switch because both receivers are live. The path-less endpoint detail matters: the SDK appends /v1/traces, /v1/metrics, /v1/logs itself, so you configure the base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spine of the whole talk; the same SVG appears in the tutorial as Figure 2.1. Trace the left-to-right flow: in-process SDK produces all three signals, exports once over OTLP to the Collector. The Collector has three internal stages — receivers accept OTLP, processors act on the stream in order (memory_limiter, batch, later a sampler), exporters fan out to the three backends. Grafana reads all three and links them because they share identifiers. The key teaching point: the app emits everything; the Collector decides what survives. That separation is why sampling and routing can change without touching app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canonical hand-off story: the metric tells you error rate just spiked, the trace shows which hop is failing, the log line gives the exact exception. That chain only works if all three carry the same identifiers — which is the entire reason to use one OpenTelemetry SDK rather than three unrelated libraries. Emphasize the trace_id as the thread running through all of it. Keep this conceptual; the wiring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narrates Figure 2.1 in words. The resource is easy to skip but important — it is the identity stamped on every signal, the thing that lets Grafana group everything from one service. Processor ORDER matters: memory_limiter first so you protect the Collector before doing anything expensive, batch to ship efficiently, sampler later once we get there. Land the punchline: the application emits everything; the Collector decides what survives. That is the whole argument for a Collector instead of exporting straight to each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thesis statement for the second half of the talk. Make the audience feel the problem before we solve it: an in-process call shares context for free through the call stack, and gRPC carries it in a header automatically, but a Kafka message is just bytes — the trace context is not in those bytes unless you put it there. Plant the flag now: the single trace_id flowing through every hop is the foundation everything else is built on, and the Kafka hop is where it is easiest to lose. We will fix it explicitly later with a propagator that writes context into message headers.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SVG as Figure 3.1 in the tutorial. Walk the fan-out with your finger: a client POSTs to the order service; order calls inventory and payment over gRPC, writes Postgres, and publishes order.placed to Kafka; shipping and notification each consume that event; review answers a GraphQL read. The objects mirror the data-mesh reference architecture — order, inventory, payment, shipping, notification, review — but we run it all in Podman compose, not Kubernetes, because this is an OpenTelemetry talk. The teaching point: five protocols means five places a trace can continue or break. Auto-instrumentation will carry it across REST and gRPC for free; the Kafka hop is the one we wire by hand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order of operations as deliberate, not arbitrary: you reserve stock before charging, charge before confirming, confirm before announcing — so a failure at any step leaves the system consistent and the customer correctly informed. The order service short-circuits with a 409 if stock can't be reserved and a 402 if payment declines, writing a row with the reason either way so failures are visible. This is the spine the next slides instrument.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a shared obs package is that the talk can show the SAME setup() call in every service rather than six slightly different bootstraps. It is also what makes the no-telemetry baseline a one-variable change: setup() checks OTEL_SDK_DISABLED first and returns no-op providers when it is true. Name the four submodules so the audience has a map for the chapters that follow: otel (the bootstrap), kafka/kafka_propagation (the async hop), db (the pool), logging (correlated 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thing to point at is what is NOT here: no spans, no trace ids, no propagation. The handler reads as plain business logic — reserve, authorize, persist, announce — and yet by the next part it produces a full trace across two processes. That is the payoff of auto-instrumentation plus the obs library: the gRPC client calls and the Postgres queries instrument themselves; the only deliberately-instrumented hop is the Kafka publish, and even that is hidden inside obskafka.publish_event. Stress the short-circuits: 409 on stock, 402 on payment — those give us repeatable error traces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to land. First, the single conditional UPDATE … WHERE on_hand &gt;= qty RETURNING on_hand both checks and decrements stock atomically — no read-then-write race — and returns NULL when there isn't enough, which is how Reserve signals failure. A reservation row keyed by order_id makes a retry idempotent. Second: this runs in a DIFFERENT process from the order service, yet because the gRPC server is auto-instrumented and the order service injected context on the wire, these spans and their Postgres children land under the order's trace. The proto that defines this service lives once at the repo top level and is compiled into the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Naming the simplifications buys credibility and heads off the 'but what about…' questions. The one most likely to be challenged is the shared database — be ready to say that per-domain stores are the data-mesh ideal but co-locating them changes nothing about the telemetry, which is what this talk is about. Keep the focus on observability.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emotional pivot of the foundation: the system works perfectly and tells you nothing. Run it, show the confirmed response, then pull up an empty Grafana and let the silence land. Demo 1 ships with OTEL_SDK_DISABLED=true on purpose; the next part flips one variable and the same request lights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turns the SDK on and adds one signal at a time to the exact same code, ending by carrying trace context across the Kafka hop so the async work rejoins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three columns. Auto-instrumentation is breadth for free: turn it on and FastAPI, gRPC, and asyncpg emit spans with no code change. Custom instrumentation is depth where it matters: you open spans for the work the libraries can't see. The hybrid is what every real service is — and the one gotcha is the occasional duplicate span when auto and custom overlap. This part starts with the free breadth, then earns the depth in the Kafka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beats. The resource is the identity stamped on every signal — service.name is the single most important attribute in the whole system, which is why we pass it explicitly rather than trust a default. The Batch processor ships spans on a background thread, so observing the service never slows the request. And the three instrument() calls are the whole of 'auto': each patches its library process-wide, so the order handler we saw earlier — with no tracing in it — now produces gRPC and Postgres spans automatically. FastAPI is the exception, instrumented against the app object via instrument_fastapi(app).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honest edge of auto-instrumentation and the hook for the rest of the part. Show the beautiful free trace first, then deliberately point at what's missing: the consumers are off on their own. Resist the urge to hand-wave — name why (no instrumented client owns the Kafka publish header) so the fix in Chapter 7 feels inevitable rather than magic.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valuable idea on this slide is exemplars — they turn 'p99 spiked at 14:32' from a dead end into 'here is a request that was actually slow.' That only works because the same SDK with the same resource emits both signals, so the ids line up. Mention that domain questions ('how many orders declined for payment?') need a custom Counter you define with obs.otel.meter(); the transport metrics cover RED but not the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decisions make logs correlatable: structure (JSON, so trace_id is a queryable field, not buried in a string) and the trace context on every record. A logging Filter is the right hook because it runs at log time, so inside a request the ids are the request's ids and outside one they're '-'. The hex formatting (032x / 016x) is the canonical form Tempo expects, so the value in Loki matches the trace exactly. Services log to stdout; the collector routes it to Loki, so the service stays ignorant of the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climax of the talk and the technique that generalises: anywhere context doesn't propagate automatically — a queue, a batch job, a custom protocol — you do exactly this. Walk the figure: the producer injects the active context into the Kafka message headers; the consumer extracts it and opens its processing span with that context as the parent. The same traceparent the gRPC hop used, just placed and read by hand because no library does it for a Kafka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on context=ctx — it is the whole chapter in one argument. propagate.inject is the same call the HTTP and gRPC instrumentors make internally; we do it explicitly only because no library will do it for a Kafka message. extract_context returns a context value, not an active one; passing it as context= to start_as_current_span is what makes the consumer's span a child of the order service's publish span, in a different process, reached asynchronously. The asyncpg span for create_shipment then nests under that automatically. Two lines per consumer — extract, then pass context= — and the async hop is whole.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part by generalising: start_as_current_span is not a Kafka tool, it is THE tool for making invisible work visible — the Kafka consumers and the GraphQL resolvers are two faces of the same move. End on the side-by-side: Demo 2's trace stopped at the broker; Demo 5's runs all the way through shipping and notification. Same code, one env var, the whole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Re-walk the arc so the audience knows what they hold and what's coming. The foundation gave them the mesh and the model; this part gave them the three correlated signals; the payoff — the one-click correlated view — is the final part. Be honest about iteration state: r1.0 is authored against the target versions but not yet run end-to-end here, so it ships marked unverified, and a live rehearsal against the real stack is the next milestone. Point people at the repo: the tutorial mirrors these slides chapter for chapter, and every example has a runnable demo.sh.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700784"/>
            <a:ext cx="6355080" cy="310896"/>
          </a:xfrm>
          <a:prstGeom prst="rect">
            <a:avLst/>
          </a:prstGeom>
          <a:noFill/>
          <a:ln/>
        </p:spPr>
        <p:txBody>
          <a:bodyPr wrap="square" rtlCol="0" anchor="ctr"/>
          <a:lstStyle/>
          <a:p>
            <a:pPr algn="l" indent="0" marL="0">
              <a:buNone/>
            </a:pPr>
            <a:r>
              <a:rPr lang="en-US" sz="1300" b="1" spc="500" kern="0" dirty="0">
                <a:solidFill>
                  <a:srgbClr val="EE0000"/>
                </a:solidFill>
                <a:latin typeface="Overpass" pitchFamily="34" charset="0"/>
                <a:ea typeface="Overpass" pitchFamily="34" charset="-122"/>
                <a:cs typeface="Overpass" pitchFamily="34" charset="-120"/>
              </a:rPr>
              <a:t>OBSERVABILITY · PYTHON · OPENTELEMETRY</a:t>
            </a:r>
            <a:endParaRPr lang="en-US" sz="1300" dirty="0"/>
          </a:p>
        </p:txBody>
      </p:sp>
      <p:sp>
        <p:nvSpPr>
          <p:cNvPr id="4" name="Text 1"/>
          <p:cNvSpPr/>
          <p:nvPr/>
        </p:nvSpPr>
        <p:spPr>
          <a:xfrm>
            <a:off x="5440680" y="2103120"/>
            <a:ext cx="6446520" cy="1920240"/>
          </a:xfrm>
          <a:prstGeom prst="rect">
            <a:avLst/>
          </a:prstGeom>
          <a:noFill/>
          <a:ln/>
        </p:spPr>
        <p:txBody>
          <a:bodyPr wrap="square" rtlCol="0" anchor="t"/>
          <a:lstStyle/>
          <a:p>
            <a:pPr algn="l" indent="0" marL="0">
              <a:buNone/>
            </a:pPr>
            <a:r>
              <a:rPr lang="en-US" sz="4600" b="1" dirty="0">
                <a:solidFill>
                  <a:srgbClr val="151515"/>
                </a:solidFill>
                <a:latin typeface="Overpass" pitchFamily="34" charset="0"/>
                <a:ea typeface="Overpass" pitchFamily="34" charset="-122"/>
                <a:cs typeface="Overpass" pitchFamily="34" charset="-120"/>
              </a:rPr>
              <a:t>Make a Python</a:t>
            </a:r>
            <a:endParaRPr lang="en-US" sz="4600" dirty="0"/>
          </a:p>
          <a:p>
            <a:pPr algn="l" indent="0" marL="0">
              <a:buNone/>
            </a:pPr>
            <a:r>
              <a:rPr lang="en-US" sz="4600" b="1" dirty="0">
                <a:solidFill>
                  <a:srgbClr val="151515"/>
                </a:solidFill>
                <a:latin typeface="Overpass" pitchFamily="34" charset="0"/>
                <a:ea typeface="Overpass" pitchFamily="34" charset="-122"/>
                <a:cs typeface="Overpass" pitchFamily="34" charset="-120"/>
              </a:rPr>
              <a:t>service observable</a:t>
            </a:r>
            <a:endParaRPr lang="en-US" sz="4600" dirty="0"/>
          </a:p>
        </p:txBody>
      </p:sp>
      <p:sp>
        <p:nvSpPr>
          <p:cNvPr id="5" name="Text 2"/>
          <p:cNvSpPr/>
          <p:nvPr/>
        </p:nvSpPr>
        <p:spPr>
          <a:xfrm>
            <a:off x="5486400" y="4114800"/>
            <a:ext cx="6217920" cy="1188720"/>
          </a:xfrm>
          <a:prstGeom prst="rect">
            <a:avLst/>
          </a:prstGeom>
          <a:noFill/>
          <a:ln/>
        </p:spPr>
        <p:txBody>
          <a:bodyPr wrap="square" rtlCol="0" anchor="t"/>
          <a:lstStyle/>
          <a:p>
            <a:pPr algn="l" indent="0" marL="0">
              <a:buNone/>
            </a:pPr>
            <a:r>
              <a:rPr lang="en-US" sz="1600" i="1" dirty="0">
                <a:solidFill>
                  <a:srgbClr val="5A5A5A"/>
                </a:solidFill>
                <a:latin typeface="Red Hat Text" pitchFamily="34" charset="0"/>
                <a:ea typeface="Red Hat Text" pitchFamily="34" charset="-122"/>
                <a:cs typeface="Red Hat Text" pitchFamily="34" charset="-120"/>
              </a:rPr>
              <a:t>OpenTelemetry and the self-hosted Grafana LGTM stack — traces, metrics, and logs from one SDK, correlated across an async Kafka round trip.</a:t>
            </a:r>
            <a:endParaRPr lang="en-US" sz="1600" dirty="0"/>
          </a:p>
        </p:txBody>
      </p:sp>
      <p:sp>
        <p:nvSpPr>
          <p:cNvPr id="6" name="Text 3"/>
          <p:cNvSpPr/>
          <p:nvPr/>
        </p:nvSpPr>
        <p:spPr>
          <a:xfrm>
            <a:off x="10835640" y="544068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r01.0</a:t>
            </a:r>
            <a:endParaRPr lang="en-US" sz="1100" dirty="0"/>
          </a:p>
        </p:txBody>
      </p:sp>
      <p:pic>
        <p:nvPicPr>
          <p:cNvPr id="7" name="Image 1" descr="./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00</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Foundations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stack, the signals, and the app we will instrument.</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 · OUTLINE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small service, made fully observable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running example is small but complete: a FastAPI service that takes a request, sends it across Kafka to a separate worker, which reads and writes Postgres, and replies across Kafka — one async round trip.</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Over the talk that service grows traces, metrics, and logs from a single OpenTelemetry SDK, all correlated in Grafana, with a Collector in the path making the sampling and routing decisions.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backend is the open-source Grafana LGTM stack — Loki for logs, Grafana to view, Tempo for traces, Mimir for metrics — running locally under Podman. No paid accounts, no managed cloud on the path.</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 · OUTLINE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arc, in three parts</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331720"/>
                <a:gridCol w="3840480"/>
                <a:gridCol w="4882896"/>
              </a:tblGrid>
              <a:tr h="8686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Foundations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the stack, the signals, the app</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Outline · Prerequisites · Fundamentals · The demo app</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8686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The three signals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traces, metrics, logs — and correlation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Auto-instrumentation · Metrics · Logs · Custom spans across Kafka</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8686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The pipeline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the Collector and the payoff</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hybrid approach · Sampling · Profiling · The correlated view</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Foundations is this part; the three signals and the pipeline are the two halves that follow.</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 · OUTLINE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Two ways to deliver it — and what it is not</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Core (~90 min): foundations, the four headline demos — auto-instrumentation, logs-to-traces, custom spans across the Kafka hop, the correlated view — and the sampling discussion.</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Workshop (~half day): every demo live, including metrics, the hybrid pattern, and continuous profiling, with one break in the middle.</a:t>
            </a:r>
            <a:endParaRPr lang="en-US" sz="17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i="1" dirty="0">
                <a:solidFill>
                  <a:srgbClr val="5A5A5A"/>
                </a:solidFill>
                <a:latin typeface="Red Hat Text" pitchFamily="34" charset="0"/>
                <a:ea typeface="Red Hat Text" pitchFamily="34" charset="-122"/>
                <a:cs typeface="Red Hat Text" pitchFamily="34" charset="-120"/>
              </a:rPr>
              <a:t>Not a Python, FastAPI, Kafka, or Postgres tutorial.</a:t>
            </a:r>
            <a:endParaRPr lang="en-US" sz="1700" dirty="0"/>
          </a:p>
          <a:p>
            <a:pPr algn="l" marL="342900" indent="-342900">
              <a:lnSpc>
                <a:spcPct val="120000"/>
              </a:lnSpc>
              <a:spcAft>
                <a:spcPts val="800"/>
              </a:spcAft>
              <a:buSzPct val="100000"/>
              <a:buChar char="●"/>
            </a:pPr>
            <a:r>
              <a:rPr lang="en-US" sz="1700" i="1" dirty="0">
                <a:solidFill>
                  <a:srgbClr val="5A5A5A"/>
                </a:solidFill>
                <a:latin typeface="Red Hat Text" pitchFamily="34" charset="0"/>
                <a:ea typeface="Red Hat Text" pitchFamily="34" charset="-122"/>
                <a:cs typeface="Red Hat Text" pitchFamily="34" charset="-120"/>
              </a:rPr>
              <a:t>Not a Kubernetes deployment.</a:t>
            </a:r>
            <a:endParaRPr lang="en-US" sz="1700" dirty="0"/>
          </a:p>
          <a:p>
            <a:pPr algn="l" marL="342900" indent="-342900">
              <a:lnSpc>
                <a:spcPct val="120000"/>
              </a:lnSpc>
              <a:spcAft>
                <a:spcPts val="800"/>
              </a:spcAft>
              <a:buSzPct val="100000"/>
              <a:buChar char="●"/>
            </a:pPr>
            <a:r>
              <a:rPr lang="en-US" sz="1700" i="1" dirty="0">
                <a:solidFill>
                  <a:srgbClr val="5A5A5A"/>
                </a:solidFill>
                <a:latin typeface="Red Hat Text" pitchFamily="34" charset="0"/>
                <a:ea typeface="Red Hat Text" pitchFamily="34" charset="-122"/>
                <a:cs typeface="Red Hat Text" pitchFamily="34" charset="-120"/>
              </a:rPr>
              <a:t>Not a commercial-vendor comparison — the backend is self-hosted and vendor-neutral.</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 · PREREQUISITES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you need installed</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Python 3.14 with Poetry for dependency management. The app's range stays open to 3.12+ so it installs on whatever supported CPython the current Red Hat UBI image ships while the 3.14 tag is confirmed.</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Podman with podman compose — not Docker. Podman is rootless by default and is the engine on the platforms this talk targets (current Fedora, current macOS via the Podman machine).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On macOS, give the Podman machine at least 4 GB; the full stack uses roughly 3 GB across all its services.</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 · PREREQUISITES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image, the whole backend</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011680"/>
                <a:gridCol w="2834640"/>
                <a:gridCol w="6208776"/>
              </a:tblGrid>
              <a:tr h="42062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Grafana</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localhost:3000</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one UI for all three signals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2062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OTLP/HTTP</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localhost:4318</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where telemetry is sent (this talk's default)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2062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OTLP/gRPC</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localhost:4317</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gRPC alternative — a one-line switch</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2062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Tempo</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localhost:3200</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trace storage and query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2062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Mimir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localhost:9090</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metric storage and query (Prometheus-compatible)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2062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Loki</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localhost:3100</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log storage and query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2062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API</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localhost:8080</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demo service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From the host: localhost + port. Inside the compose network: service name (lgtm:4318) — the two are not interchangeable.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 · PREREQUISITES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house-style choice: OTLP over HTTP</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Telemetry can leave the SDK over OTLP/gRPC (4317) or OTLP/HTTP (4318). This talk defaults to HTTP on 4318.</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It is easier to debug — a plain curl can post to it — more firewall-friendly, and for a development workload the performance difference is negligible.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gRPC endpoint stays exposed, so switching is a one-line change to OTEL_EXPORTER_OTLP_PROTOCOL and the port. Endpoints in later chapters use the path-less form http://lgtm:4318, which the SDK completes per signal.</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 · FUNDAMENTALS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SDK, one Collector, three backends, one UI</a:t>
            </a:r>
            <a:endParaRPr lang="en-US" sz="3000" dirty="0"/>
          </a:p>
        </p:txBody>
      </p:sp>
      <p:pic>
        <p:nvPicPr>
          <p:cNvPr id="6" name="Image 1" descr="./png/fig-02-otel-data-path.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2.1 — The app's SDK exports OTLP to the Collector, which routes traces → Tempo, metrics → Mimir, logs → Loki, all viewed in Grafana.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 · FUNDAMENTALS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Three signals, three questions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 trace answers where did the time go, and what happened along the way — a tree of spans sharing one trace_id, each with a duration, attributes, and a parent. One trace should span the REST request, both gRPC calls, the Postgres writes, the Kafka publish, and the shipping and notification consumers.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 metric answers how much, how often, how slow — in aggregate. Cheap numbers over time: request rate, error rate, duration percentiles. Small enough to keep for everything, always — which is what alerts fire on.</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 log answers what exactly happened at this instant — a timestamped, ideally structured record carrying the detail a metric averages away and a span has no room for.</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trap is treating them as three products; their strength is the hand-off between them.</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 · FUNDAMENTALS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OpenTelemetry data path</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OpenTelemetry splits producing telemetry from shipping it. In your process the SDK creates spans, records measurements, and emits logs, all stamped with a shared resource — the service.name, version, and environment that say who produced this.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SDK exports over OTLP to the Collector — the decision point. Receivers accept OTLP; processors act in order (a memory_limiter so a flood can't take the Collector down, a batch processor, later a sampler); exporters route traces → Tempo, metrics → Mimir, logs → Loki.</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Putting the Collector in the path lets sampling, batching, redaction, and routing be configured in one place, owned by whoever runs the platform, without touching application code.</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 · FUNDAMENTALS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Why the shared context is the point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Context propagation is what makes this one system, not three. When a span is active the SDK can stamp its trace_id and span_id onto log records emitted in the same breath, and attach an exemplar — a pointer back to a representative trace — onto a metric.</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hard part, and the part most material skips: keeping that context alive across a boundary that is not a function call. When the order service publishes order.placed to Kafka, the shipping and notification consumers are different processes with no shared call stack.</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Unless the trace context travels with the message, each consumer starts a brand-new trace and the chain breaks in the middle. Carrying it across that hop is the job of the custom-instrumentation chapter.</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 · THE DEMO MESH</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order, five protocols, six services</a:t>
            </a:r>
            <a:endParaRPr lang="en-US" sz="3000" dirty="0"/>
          </a:p>
        </p:txBody>
      </p:sp>
      <p:pic>
        <p:nvPicPr>
          <p:cNvPr id="6" name="Image 1" descr="./png/fig-03-service-topolog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3.1 — POST /orders fans out: gRPC to inventory + payment, Postgres, Kafka order.placed → shipping + notification; review serves GraphQL.</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 · THE DEMO MESH</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one request the whole talk follows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POST /orders on the order service is the action everything hangs off. In sequence: reserve stock (gRPC → inventory), authorize payment (gRPC → payment), persist the order (Postgres), publish order.placed (Kafka), return the confirmed order.</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Two services react asynchronously: shipping consumes the event and writes a shipment; notification consumes the same event and sends a message. A separate review service exposes a GraphQL read API over orders and reviews.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That is REST at the edge, gRPC between services, Kafka for the async fan-out, Postgres underneath, and GraphQL on the read side — one workflow, five protocols, all of which a single trace must stay whole across.</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Reserve before you charge, charge before you promise, promise before you announce.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 · THE DEMO MESH</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shared library carries all the telemetry</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Every service depends on a small package, obs (services/common/), so the instrumentation story is identical everywhere and lives in one reviewable place — application code stays clean.</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obs.otel.setup(name) builds the resource, the OTLP/HTTP exporters for all three signals, the W3C propagator, and turns on auto-instrumentation for FastAPI, gRPC, and asyncpg.</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obs.kafka / obs.kafka_propagation publish JSON events and carry trace context across Kafka; obs.db is one asyncpg pool; obs.logging emits trace-stamped JSON. In Foundations none of it is switched on yet (OTEL_SDK_DISABLED=true).</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 · THE DEMO MESH</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order handler — the spine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FastAPI</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@app.post("/orders")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async def create_order(body: CreateOrder) -&gt; dict: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order_id = str(uuid.uuid4())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amount_cents = UNIT_PRICE_CENTS * body.quantity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1. reserve stock (gRPC → inventory; auto-traced)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reservation = await app.state.clients.reserve(order_id, body.sku, body.quantity)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not reservation.reserved: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raise HTTPException(409, "insufficient stock")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2. authorize payment (gRPC → payment; auto-traced)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auth = await app.state.clients.authorize(order_id, body.customer_id, amount_cents)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not auth.authorized: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raise HTTPException(402, f"payment declined: {auth.decline_reason}")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3. persist (Postgres)   4. announce (Kafka, context in headers)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await repo.insert_order(order_id, ..., status="confirmed")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await obskafka.publish_event(app.state.producer, ORDER_PLACED_TOPIC,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key=order_id, value={...})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{"order_id": order_id, "status": "confirmed"}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Two gRPC calls, a Postgres write, a Kafka publish — and not one line of tracing code.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 · THE DEMO MESH</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gRPC service — inventory.Reserve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 + asyncpg</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class InventoryServicer(inventory_pb2_grpc.InventoryServiceServicer):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async def Reserve(self, request, context):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pool = await db.get_pool()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atomic check-and-decrement: only succeeds if enough on hand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remaining = await pool.fetchval(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"UPDATE stock SET on_hand = on_hand - $2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"WHERE sku = $1 AND on_hand &gt;= $2 RETURNING on_hand",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request.sku, request.quantity)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remaining is None: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inventory_pb2.ReserveResponse(reserved=False)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reservation_id = str(uuid.uuid4())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await pool.execute("INSERT INTO reservations ...", reservation_id,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inventory_pb2.ReserveResponse(reserved=True,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reservation_id=reservation_id, remaining=remaining)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Contracts are shared protos at proto/mesh/…; the gRPC server instrumentation continues the order's trace.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 · THE DEMO MESH</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fragile bits, named not hidden</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Every domain shares one Postgres database (meshdb) for laptop simplicity; a real data mesh would isolate a store per domain. The observability story — a Postgres span per service under one trace — is identical either way.</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payment ceiling and the catalog unit price are hardcoded so demos are deterministic: a fixed amount authorizes, a large quantity declines, on demand.</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Kafka auto-creates the order.placed topic; production would create topics explicitly with chosen partition counts. None of these change the spans or metrics — they are scope cuts, stated out loud.</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 · THE DEMO MESH</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It works — and it is completely opaque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cd examples/01-mesh-no-telemetry &amp;&amp; ./demo.sh — brings the whole stack up in Podman with telemetry disabled and places one order.</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Expect a confirmed order in the response, a shipment row, and a notification log — proof the request travelled the full chain across REST, gRPC, Kafka, and Postgres.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Then open Grafana and look for it. There is nothing there. Six services just collaborated to fulfil that order and you cannot see any of it — exactly the opacity the rest of the talk removes.</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This is the baseline: no telemetry. Every later demo is measured against this opacity.</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THE THREE SIGNALS</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Traces, metrics, logs — and the thread that ties them</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Auto-instrumentation · Metrics · Logs · Custom spans across Kafka</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THREE SIGNALS · AUTO-INSTRUMENTATION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Auto, custom, and the hybrid you actually ship</a:t>
            </a:r>
            <a:endParaRPr lang="en-US" sz="3000" dirty="0"/>
          </a:p>
        </p:txBody>
      </p:sp>
      <p:pic>
        <p:nvPicPr>
          <p:cNvPr id="6" name="Image 1" descr="./png/fig-04-instrumentation-layer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4.1 — Auto-instrumentation gives breadth for free; custom spans give depth where it matters; real systems run both.</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THREE SIGNALS · AUTO-INSTRUMENTATION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Turn it on once, in the shared library</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obs.otel.setup</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resource = Resource.create({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"service.name": cfg.service_name,    # the most important attribute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"service.version": cfg.service_version,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"deployment.environment": cfg.environment})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tracer_provider = TracerProvider(resource=resource)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tracer_provider.add_span_processor(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BatchSpanProcessor(OTLPSpanExporter(f"{cfg.endpoint}/v1/traces")))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trace.set_tracer_provider(tracer_provider)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MeterProvider + LoggerProvider wired the same way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AsyncPGInstrumentor().instrument()        # every query → a span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GrpcAioInstrumentorClient().instrument()  # inject context on the wire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GrpcAioInstrumentorServer().instrument()  # extract it on arrival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service.name is what lets Grafana say 'this span happened in payment'; BatchSpanProcessor keeps export off the critical path.</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THREE SIGNALS · AUTO-INSTRUMENTATION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trace for free — until Kafka</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Place an order, open Tempo: one trace spans the POST /orders server span, the inventory and payment gRPC client+server spans, and every asyncpg query — none of it written by hand.</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Context crosses HTTP and gRPC because the instrumented client writes a traceparent header and the server reads it — the W3C Trace Context standard, propagated automatically.</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But the shipping and notification work shows up as separate, parentless traces. A Kafka message has no one filling in a traceparent for you, so the chain breaks at the broker. Demo 2 runs with propagation off to make that visible; Chapter 7 fixes it.</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THREE SIGNALS · METRICS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RED, mostly for free — and exemplars back to traces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RED — Rate, Errors, Duration — is the default question set for a request-driven service: is it busy, is it broken, is it slow? The HTTP and gRPC auto-instrumentation emits most of it already, labelled by route, method, and status.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Metrics are periodic aggregates, not per-event records: a MeterProvider with a PeriodicExportingMetricReader samples in-memory aggregations and exports them on an interval — the fundamental difference from a span.</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Exemplars are the payoff: a sample trace_id attached to a histogram bucket when the measurement was taken inside a span. Grafana renders them as dots on the latency graph; click one to open the actual slow trace in Tempo.</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Cross-check: the request count per minute should match the number of order traces for the same window.</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THREE SIGNALS · LOGS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Stamp every line with the active trace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obs.logging</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TraceContextFilter(logging.Filter):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def filter(self, record):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span = trace.get_current_span()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ctx = span.get_span_context() if span else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ctx and ctx.is_valid: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record.trace_id = format(ctx.trace_id, "032x")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record.span_id = format(ctx.span_id, "016x")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else: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record.trace_id = record.span_id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True   # a JsonFormatter then renders these as fields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JSON + the trace_id on every record = a log in Loki links to its trace in Tempo, and back. The ids are the join key.</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THREE SIGNALS · CUSTOM SPANS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Carrying the trace across the Kafka boundary</a:t>
            </a:r>
            <a:endParaRPr lang="en-US" sz="3000" dirty="0"/>
          </a:p>
        </p:txBody>
      </p:sp>
      <p:pic>
        <p:nvPicPr>
          <p:cNvPr id="6" name="Image 1" descr="./png/fig-07-context-propagatio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7.1 — gRPC propagates context for you; across Kafka you inject it into the message headers and extract it in the consumer.</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THREE SIGNALS · CUSTOM SPANS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Inject on publish, extract on consume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obs.kafka_propagation</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producer side — inject the active context into Kafka headers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inject_headers(existing=None):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carrier = {}; propagate.inject(carrier)   # writes 'traceparent'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[(k, v.encode()) for k, v in carrier.items()]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consumer side — rebuild the context, then parent the span to it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ctx = extract_context(msg.headers)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with otel.tracer().start_as_current_span(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"shipping.handle_order_placed", context=ctx):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create_shipment(order)   # this span is now a child of the order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context=ctx is the entire trick: without it the consumer starts a new trace; with it, it joins the order's.</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THREE SIGNALS · CUSTOM SPANS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Same API, a second use: GraphQL shape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review service uses the same start_as_current_span call for a different reason — not to cross a boundary, but to make one opaque POST /graphql legible.</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Each resolver opens a span (review.resolve_order, review.resolve_reviews), so a GraphQL query shows up as a resolver tree with its Postgres children — not a single span you can't see inside.</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Once you can open a span deliberately, you can give any custom work — resolvers, batch steps, scheduled jobs — the structure it deserves. That is the general lesson under the specific Kafka fix.</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Run examples/05-spans-across-kafka and compare the trace to Demo 2: the consumers are now on it.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THREE SIGNALS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Where this goes next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You now have the full correlation story on the demo mesh: traces across REST and gRPC for free, metrics with exemplars, logs stamped with the trace_id, and custom spans that carry the trace across Kafka and shape the GraphQL read path.</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Next part — the pipeline: move sampling and routing into the Collector, add continuous profiling, and land on the correlated view where one click pivots metric → trace → log.</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Iteration r1.0 ships Sections 0–7, the six-service mesh, the shared protos and obs library, and Demos 1–5. The remaining pipeline demos land in r2.0; see the iteration plan in the repo.</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Observability for Python with OpenTelemetry &amp; the Grafana LGTM Stack</dc:title>
  <dc:subject>PptxGenJS Presentation</dc:subject>
  <dc:creator>Robert Sedor</dc:creator>
  <cp:lastModifiedBy>Robert Sedor</cp:lastModifiedBy>
  <cp:revision>1</cp:revision>
  <dcterms:created xsi:type="dcterms:W3CDTF">2026-06-04T22:22:38Z</dcterms:created>
  <dcterms:modified xsi:type="dcterms:W3CDTF">2026-06-04T22:22:38Z</dcterms:modified>
</cp:coreProperties>
</file>